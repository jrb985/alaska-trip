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MOTORCYCLE EXPEDITION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Segoe UI Light"/>
              </a:rPr>
              <a:t>Seattle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4FC3F7"/>
                </a:solidFill>
                <a:latin typeface="Segoe UI Light"/>
              </a:rPr>
              <a:t>The Dalton Highway to the Arctic Ocean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023360"/>
            <a:ext cx="1463040" cy="27432"/>
          </a:xfrm>
          <a:prstGeom prst="rect">
            <a:avLst/>
          </a:prstGeom>
          <a:solidFill>
            <a:srgbClr val="8C9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Segoe UI"/>
              </a:rPr>
              <a:t>2002 BMW F650GS  (base)   ·   6,120 mi   ·   30 days   ·   + Denali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365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Segoe UI"/>
              </a:rPr>
              <a:t>Depart Sat Jun 26, 2027   ·   Home Sun Jul 25,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TOTAL DISTANCE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FC3F7"/>
                </a:solidFill>
                <a:latin typeface="Segoe UI"/>
              </a:rPr>
              <a:t>6,120 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DALTON: JUL 8–12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F5A623"/>
                </a:solidFill>
                <a:latin typeface="Segoe UI"/>
              </a:rPr>
              <a:t>414 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LONGEST FUEL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E2564D"/>
                </a:solidFill>
                <a:latin typeface="Segoe UI"/>
              </a:rPr>
              <a:t>239 mi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5349240"/>
            <a:ext cx="2487168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576072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CAF7D"/>
                </a:solidFill>
                <a:latin typeface="Segoe UI"/>
              </a:rPr>
              <a:t>~$9,200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FINDING THAT RESHAPED THIS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You cannot ride to Nome.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10469880" cy="1188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Nome has NO road connection to the North American highway system.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It is a fly-in / barge-in town. No highway reaches it from Fairbanks, Anchorage, or anywhere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Nome does have ~250–350 mi of its own gravel roads (Teller, Council, Kougarok) — but that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network is an island. It dead-ends into tundra and connects to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13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OPTIONS CONSIDERED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Fly the bike 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Air freight from Anchorage.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Real, but +$1.5–3k and 5–7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Barge the bike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Cheap-ish, slow,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schedule-bound.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Winter overland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Done before. Expedition-grade.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Genuinely dangerous.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78824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CAF7D"/>
                </a:solidFill>
                <a:latin typeface="Segoe UI"/>
              </a:rPr>
              <a:t>Deadhorse instead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Road-continuous.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The true end of the road.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742432"/>
            <a:ext cx="10469880" cy="5029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861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DECISION:  Deadhorse / Prudhoe Bay via the Dalton Highway.   Nome parked as a possible future add-on.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Seattle → BC → Yukon → Fairbanks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5A623"/>
                </a:solidFill>
                <a:latin typeface="Segoe UI"/>
              </a:rPr>
              <a:t>Ride a LOOP: north one corridor, south the other. Same mileage, double the country.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FC3F7"/>
                </a:solidFill>
                <a:latin typeface="Segoe UI"/>
              </a:rPr>
              <a:t>NORTHBOUND — Stewart–Cassiar (BC-37)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~450 mi · Remote, quiet, fully paved.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wildlife, fewer services.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Side trip to Stewart/Hyder is worth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SOUTHBOUND — Alaska Highway (Alcan)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1,387 mi Dawson Creek → Delta Junction.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services, more traffic.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The historic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587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8C9EB0"/>
                </a:solidFill>
                <a:latin typeface="Segoe UI"/>
              </a:rPr>
              <a:t>LEG DISTANCES  (one way, via Cassiar — planning estimates)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Seattle → Prince George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800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38728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Prince George → Kitwanga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5816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Cassiar → Alaska Hwy jct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4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78824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Watson Lake → Whitehorse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1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Whitehorse → Tok, 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5768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38728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Tok → Fairbanks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5816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Fairbanks → Deadhorse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500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78824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5128" y="493776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8C9EB0"/>
                </a:solidFill>
                <a:latin typeface="Segoe UI"/>
              </a:rPr>
              <a:t>SEATTLE → DEADHORSE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4901184"/>
            <a:ext cx="886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≈3,000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Round trip ≈ 6,000–6,500 mi.   Budget 3–4 weeks at a sane pace.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DALTON HIGHWAY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Everything south of Fairbanks is a normal trip. This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E8EEF4"/>
                </a:solidFill>
                <a:latin typeface="Segoe UI"/>
              </a:rPr>
              <a:t>414 miles, Livengood → Deadhorse. Majority unpaved. No cell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54864" cy="1143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49424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TRUCKS OWN THE 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31136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Heavy oilfield traffic. Get over, slow down, expect flying rock.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Truck-thrown stone is the #1 source of damage.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01568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401568"/>
            <a:ext cx="54864" cy="114300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5478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CALCIUM CHLORIDE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Dry: packs hard, feels like pavement, lulls you.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WET: greasy 'peanut butter' — it WILL put you down.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Also corrosive — wash the bike immediately after.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00016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700016"/>
            <a:ext cx="54864" cy="11430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84632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FC3F7"/>
                </a:solidFill>
                <a:latin typeface="Segoe UI"/>
              </a:rPr>
              <a:t>ATIGUN PASS · 4,739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828031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Weather can be full winter in any month.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No services. No signal. No help.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989320"/>
            <a:ext cx="1046988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062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PACING:  4 days from Fairbanks and back.   Fairbanks → Coldfoot → Deadhorse → Coldfoot → Fairbanks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CONSTRAINT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fuel gap is longer than your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Segoe UI"/>
              </a:rPr>
              <a:t>Fuel exists at exactly THREE places on the Dalton.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YUKON RIVER 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COLDFOOT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175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DEADHORSE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414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816352"/>
            <a:ext cx="10469880" cy="17373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98094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COLDFOOT → DEADHORSE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55264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C9EB0"/>
                </a:solidFill>
                <a:latin typeface="Segoe UI"/>
              </a:rPr>
              <a:t>Longest fuel gap on ANY public road in the United States.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3749039"/>
            <a:ext cx="6949440" cy="27432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72160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239 mi   FUEL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4133087"/>
            <a:ext cx="6693408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10565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230 mi   YOUR 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E8EEF4"/>
                </a:solidFill>
                <a:latin typeface="Segoe UI"/>
              </a:rPr>
              <a:t>F650GS: 4.4 gal · ~50 mpg · ~230 mi claimed. Derate for load, headwind, gravel, low gear → assume ~200 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166360"/>
            <a:ext cx="10469880" cy="5486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852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2564D"/>
                </a:solidFill>
                <a:latin typeface="Segoe UI"/>
              </a:rPr>
              <a:t>YOU WOULD RUN DRY BEFORE DEADHORSE.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70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And you can't fix it with a bigger tank — the F650GS tank is UNDER THE SEAT, inside the frame.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No long-range tank exists for this bike.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CONSTRAINT #1 —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Carry external fuel. It's a $100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TOTAL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VERDICT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9339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93392"/>
            <a:ext cx="54864" cy="6400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6712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Stock tank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671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2564D"/>
                </a:solidFill>
                <a:latin typeface="Segoe UI"/>
              </a:rPr>
              <a:t>~200–230 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7627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NOT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77063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77063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+ 1 gal Rotopax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443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~280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5351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SOLVES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4787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354787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2160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+ 2 gal Rotopax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2160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~330 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3075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COMFORTABLE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6451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RECOMMENDATION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937760"/>
            <a:ext cx="9966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E8EEF4"/>
                </a:solidFill>
                <a:latin typeface="Segoe UI"/>
              </a:rPr>
              <a:t>1–2 gal Rotopax on a rear rack, carried on the Dalton only. Leave it behind for the pavement miles.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577840"/>
            <a:ext cx="10469880" cy="7498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577840"/>
            <a:ext cx="54864" cy="7498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687568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DISCIPLINE:  Top off at Yukon River (MP 56) and Coldfoot (MP 175) EVERY time, without exception.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There is no “I'll get it at the next one.”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2002 BMW F650GS — base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17627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652cc single (Rotax)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8716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Wheels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19" front / 17" rear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9806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Tire sizes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79806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110/80-19 · 140/80-17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Fuel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1089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4.4 gal — UNDER THE SEAT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41985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~430 lb wet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VERDICT: A GOOD CHOICE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76272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Proven round-the-world bike. Comfortable over the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2,400 pavement miles north. Light enough to pick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up alone — which you WILL need to do.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This is not a compromise pick.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05072"/>
            <a:ext cx="54864" cy="1051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BASE, NOT DAKAR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19" front + shorter travel = modest disadvantage.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Not a problem — just ride slower.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005072"/>
            <a:ext cx="54864" cy="105156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MECHANICAL REFRESH — DONE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Completed before July 2026. Retires the single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biggest risk in the plan.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230368"/>
            <a:ext cx="1046988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THE BIKE IS 24 YEARS OLD — RELIABILITY IS A SAFETY ITEM, NOT A MAINTENANCE ITEM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A breakdown on the Dalton is an emergency: no cell service, 240 mi between services, and a tow costs more than the bike.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KNOWN F650GS FAILURE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Address every one of these before departure.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27632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2821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 PUMP +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Known failure on this generation. In-tank, under the seat.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Fails on the Dalton = trip over, in the worst possible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74519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4767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CARRY A SPARE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60320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560320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FUEL-LEVEL “STRIP”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443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Famously fails. Normally a shrug — ride by trip meter.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But your range is ALREADY short of the 239 mi 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807208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8803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FIX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493008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493008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59359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WATER PUMP SEAL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77056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Classic wear item. Check the weep hole for coolant.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739896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813048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25696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4425696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526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STATOR / REG-RECTIFIER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809744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charging voltage.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18120" y="4672583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474573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358384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5358384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4589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VALVE CLEARANCES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742432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and set.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5605272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678424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Don't optimize for the 8% of the trip that's dirt.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00200"/>
            <a:ext cx="10469880" cy="7315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1907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Round trip ≈ 6,000 mi. The Dalton is ~600 mi of it. A soft knobby rear can be cooked in ~3,000 mi —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you would destroy it just GETTING to Fairbanks.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HEIDENAU K60 SCOUT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Comes in 140/80-17. Riders report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10,000+ mi on a set. Adequate on the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Dalton, excellent everywhere else.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One set does the whole trip.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Downside: hard to mount.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4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RECOMMENDED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CONTINENTAL TKC80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Better in mud, but wears fast — and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Continental is PHASING IT OUT.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Replaced by the redesigned TKC80²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(small sizes May '26, large Aug '26).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If you go Conti, go Gen 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7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5A623"/>
                </a:solidFill>
                <a:latin typeface="Segoe UI"/>
              </a:rPr>
              <a:t>GEN-2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8C9EB0"/>
                </a:solidFill>
                <a:latin typeface="Segoe UI"/>
              </a:rPr>
              <a:t>MITAS E-07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More like 60/40 street.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Long-wearing.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Fine — but the K60 does the same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job with more dirt capability.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REDUNDANT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983480"/>
            <a:ext cx="10469880" cy="6858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102352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RECOMMENDATION:  Heidenau K60 Scout front + rear. One fresh set, whole trip.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No mid-trip swap, no shipping tires to Alaska.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79008"/>
            <a:ext cx="10469880" cy="53035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" y="5779008"/>
            <a:ext cx="54864" cy="53035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88873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VERIFY EARLY: the 140/80-17 rear is an oddball size with few options. If it dries up, this changes.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DESTINATION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Deadhorse is an industrial camp, not a town.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C9EB0"/>
                </a:solidFill>
                <a:latin typeface="Segoe UI"/>
              </a:rPr>
              <a:t>No beach. No bar. No triumphant sign worth much. Manage expectations — the ride is the reward.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LODGING — book ahead, they sell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4203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Aurora Hotel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71215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Prudhoe Bay Hotel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040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Deadhorse Camp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8444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Rustic, camp-style. Meals usually included.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YOU CANNOT RIDE TO THE ARCTIC OCEAN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42032"/>
            <a:ext cx="4617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The final stretch crosses secured oilfield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property. You must take an ESCORTED SHUTTLE.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Book in advance (24h min for the security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check). Bring government photo 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06240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206240"/>
            <a:ext cx="54864" cy="56692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33425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Camping in Deadhorse is effectively not a thing. Budget for a room.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SEASON &amp; TIMING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WINDOW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mid-June → early Sept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608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PEAK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1608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late June / July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BUGS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brutal in Jun–Jul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78824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3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TRIP LENGTH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703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3–4 weeks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GEAR, SAFETY &amp; BORDER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non-negotiables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22402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SAFETY — NON-NEGOTIABLE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4617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Satellite communicator (inReach / ZOLEO).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No cell on the Dalton — your ONLY way to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call for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89504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Bear spray — accessible, not in a pannier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91256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Ability to fix a flat (tubes, irons, pump)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First aid + a day of food &amp; water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54864" cy="224028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GEAR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157984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Layers rated for near-freezing + 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8716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Heated grips / vest — worth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81635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Real rain gear. You WILL ride in rain.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14553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Head net + DEET (mosquitoes are real)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47472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Camping kit rated below expected lows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96512"/>
            <a:ext cx="10469880" cy="1417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96512"/>
            <a:ext cx="54864" cy="1417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24281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BORDER — YOU CROSS INTO CANADA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59028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Passport (not just a passport card)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Proof of insurance VALID IN CANADA — US policies are not automatically valid. Confirm with your insurer.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75503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Vehicle registration  ·  Cash in CAD + USD (remote stops can be card-flaky)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650992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7790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FIREARMS: DO NOT. A handgun in Canada is a serious offense and ends the trip at the border. Bear spray is the answer.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SEASON — 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Depart Saturday, June 26, 2027.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727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Chosen so the Dalton run lands July 8–12 — dead center of the peak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DEPART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E8EEF4"/>
                </a:solidFill>
                <a:latin typeface="Segoe UI"/>
              </a:rPr>
              <a:t>Sat Jun 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DALTON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5A623"/>
                </a:solidFill>
                <a:latin typeface="Segoe UI"/>
              </a:rPr>
              <a:t>Jul 8 – 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HOME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E8EEF4"/>
                </a:solidFill>
                <a:latin typeface="Segoe UI"/>
              </a:rPr>
              <a:t>Thu Jul 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78824" y="2011680"/>
            <a:ext cx="2487168" cy="7772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3" y="213055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3" y="235915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C3F7"/>
                </a:solidFill>
                <a:latin typeface="Segoe UI"/>
              </a:rPr>
              <a:t>27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2971800"/>
            <a:ext cx="10469880" cy="1188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127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WHAT THIS BUYS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99669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Warmest temps · Atigun Pass clear of snow · near-24-hour daylight — and the best odds of a DRY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Dalton. Dry, the calcium chloride packs hard and grips. Wet, it's the thing most likely to put you down.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9768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97680"/>
            <a:ext cx="54864" cy="9601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256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THE TRADEOFF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700016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Peak mosquito season. A nuisance, not a hazard.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The head net is not optional.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97680"/>
            <a:ext cx="512064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297680"/>
            <a:ext cx="54864" cy="96012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442569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IF IT SLIPS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700016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Slip it in WHOLE WEEKS. Do not let it drift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toward September — the Dalton turns.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440680"/>
            <a:ext cx="10469880" cy="8686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559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SHAPE OF THE TRIP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852160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10 days north (Cassiar)   →   5 days on the Dalton   →   9 days home (Alcan).   No day over 340 mi.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SIDE TRIP — DENALI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You cannot ride into Denali.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778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73936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Private vehicles are barred past Savage River (Mile 15) — that's the standing rule, not a closure.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And the Pretty Rocks landslide has severed the road at Mile 43 since 2021. The Denali day is a BUS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24912"/>
            <a:ext cx="5120640" cy="12344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7121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BUT 2027 IS THE YEAR IT COMES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163824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Polychrome bridge completes mid-2026. Full bus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service to Kantishna expected 2027 — first time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in six years. Your season is the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24912"/>
            <a:ext cx="5120640" cy="12344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87121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⚠  DON'T BANK ON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3163824"/>
            <a:ext cx="4617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That date has slipped FOUR times already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(2024 → 25 → 26 → partial-26 → full-27).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Check nps.gov/dena in spring 2027.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33087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THE ROUTE: DON'T BACKTRACK — TAKE THE DENALI HIGHWAY (AK-8)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Drop south to the park, then run Cantwell → Paxson and rejoin the Alcan at Delta Junction.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828032"/>
            <a:ext cx="45720" cy="100584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FC3F7"/>
                </a:solidFill>
                <a:latin typeface="Segoe UI"/>
              </a:rPr>
              <a:t>135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Cantwell → Paxson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114 of it GRAVEL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38728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38728" y="4828032"/>
            <a:ext cx="45720" cy="100584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9896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FC3F7"/>
                </a:solidFill>
                <a:latin typeface="Segoe UI"/>
              </a:rPr>
              <a:t>4,086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9896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Maclaren Summit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Amphitheater Mtns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8776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8776" y="4828032"/>
            <a:ext cx="45720" cy="10058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5A623"/>
                </a:solidFill>
                <a:latin typeface="Segoe UI"/>
              </a:rPr>
              <a:t>5–8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Not a transit stage.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This IS the point.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78824" y="4828032"/>
            <a:ext cx="2487168" cy="1005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78824" y="4828032"/>
            <a:ext cx="45720" cy="100584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9992" y="493776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2564D"/>
                </a:solidFill>
                <a:latin typeface="Segoe UI"/>
              </a:rPr>
              <a:t>NO FUEL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5248656"/>
            <a:ext cx="224028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No cell either.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Top off at Cantwell.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907024"/>
            <a:ext cx="10469880" cy="438912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998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The second-best road on the trip after the Dalton — and the one you'll actually enjoy riding.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DAY BY DAY  ·  ★ = OFF DAY (6 TOTAL — LOAD-BEARING, NOT LUXURY)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30 days · 6,120 miles · 255 mi average riding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6093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93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Jun 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552" y="16002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Seattle → Hope, BC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6002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193121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193121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Jun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2" y="19220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Hope → Quesnel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2206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330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7" y="225308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25308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Jun 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0552" y="224393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Quesnel → Smithers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24393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7" y="257495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7495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Jun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256580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Smithers → Stewart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56580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2860243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7" y="289681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289681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Jun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0552" y="288767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★ STEWART / HYDER — bears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88767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7" y="321868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19" y="321868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0552" y="320954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Stewart → Dease Lake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0954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354055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19" y="354055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30552" y="353141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Dease Lake → Watson Lake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531412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7" y="3862425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19" y="3862425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30552" y="385328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Watson Lake → Whitehorse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85328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4147718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7" y="418429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19" y="418429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30552" y="417515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★ WHITEHORSE — servicing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417515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7" y="4506163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4506163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0552" y="4497019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Whitehorse → Beaver Creek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4497019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7" y="482803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82803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30552" y="481888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Beaver Creek → Fairbanks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80" y="481888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310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" y="5113324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7" y="514990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19" y="514990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30552" y="514075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★ FAIRBANKS — Dalton prep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12080" y="514075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8680" y="5435193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7" y="547176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17319" y="547176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30552" y="546262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Fairbanks → Coldfoot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12080" y="546262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260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" y="5757062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8407" y="579363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17319" y="579363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30552" y="578449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COLDFOOT → DEADHORSE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78449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240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8680" y="6078931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7" y="611550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17319" y="611550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30552" y="610636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★ DEADHORSE — ARCTIC OCEAN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2080" y="610636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—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17920" y="1572768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27648" y="160934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6559" y="16093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79792" y="160020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Deadhorse → Coldfoot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61320" y="160020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240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1894636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27648" y="1931212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59" y="193121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79792" y="19220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Coldfoot → Fairbanks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192206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260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17920" y="2216505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27648" y="225308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59" y="225308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79792" y="2243937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★ FAIRBANKS — wash the bike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61320" y="2243937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0" y="2538374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27648" y="257495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59" y="257495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9792" y="256580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Fairbanks → DENALI NP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61320" y="256580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125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17920" y="2860243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27648" y="289681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66559" y="289681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79792" y="288767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★ DENALI — park bus tour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1320" y="288767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—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217920" y="3182111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27648" y="321868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59" y="321868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79792" y="320954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DENALI HWY → Tangle Lakes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61320" y="320954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140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3503980"/>
            <a:ext cx="5074920" cy="2926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3540556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59" y="354055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79792" y="353141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Tangle Lks → Delta Jct → Tok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61320" y="3531412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210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27648" y="3862425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766559" y="3862425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79792" y="3853281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Tok → Destruction Bay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61320" y="3853281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280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27648" y="4184294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766559" y="418429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19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479792" y="417515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Destruction Bay → Whitehorse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561320" y="4175150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160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27648" y="4506163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766559" y="4506163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79792" y="4497019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Whitehorse → Watson Lake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61320" y="4497019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27648" y="4828031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766559" y="4828031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79792" y="481888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Watson Lake → Fort Nelson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61320" y="4818888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325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27648" y="5149900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66559" y="514990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79792" y="514075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Fort Nelson → Dawson Creek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61320" y="5140756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27648" y="5471769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59" y="5471769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79792" y="5462625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Dawson Creek → Prince George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561320" y="5462625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27648" y="5793638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29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6559" y="579363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79792" y="578449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Prince George → Cache Creek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561320" y="5784494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27648" y="6115507"/>
            <a:ext cx="384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8C9EB0"/>
                </a:solidFill>
                <a:latin typeface="Segoe UI"/>
              </a:rP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766559" y="6115507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Jul 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79792" y="6106363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Segoe UI"/>
              </a:rPr>
              <a:t>Cache Creek → SEATTLE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561320" y="6106363"/>
            <a:ext cx="621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8EEF4"/>
                </a:solidFill>
                <a:latin typeface="Segoe UI"/>
              </a:rPr>
              <a:t>340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≈ $9,200 all-in.  (Denali added ~$900)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ON-ROAD  (30 days)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Fuel — 122 gal @ ~$5.25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90195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$643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426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Coldfoot 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144268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6584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Deadhorse 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86584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2890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Fairbanks ×4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628900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71216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Lodging — Denali ×2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871216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$360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113532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Lodging — Tangle Lakes ×1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11353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$120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5584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Lodging — other hotels ×7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355848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$910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98164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Camping ×12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598164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840480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Food — ~$50/day ×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840480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$1,500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082796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Arctic Ocean shuttle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082796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25112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Denali park bus tour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325112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$110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67428"/>
            <a:ext cx="3749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Misc — wash, laundry, sundries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4567428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$150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864608"/>
            <a:ext cx="5120640" cy="36576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9377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SUBTOTAL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93776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$5,752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PREP &amp; GEAR  (one-time)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190195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Heidenau K60 Scout set + mount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1901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17627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Rotopax 2 gal + 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17627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$150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45059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Spare fuel pump + controller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245059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$350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272491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Chain + sprockets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99923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Tubes, filters, oil, consumables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299923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$250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327355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Protection (if not fitted)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3273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3547872"/>
            <a:ext cx="374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Segoe UI"/>
              </a:rPr>
              <a:t>inReach + 2 mo (if not owned)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354787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8EEF4"/>
                </a:solidFill>
                <a:latin typeface="Segoe UI"/>
              </a:rPr>
              <a:t>$450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4864608"/>
            <a:ext cx="5120640" cy="36576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49377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SUBTOTAL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493776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$2,280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" y="5376672"/>
            <a:ext cx="10469880" cy="62179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8720" y="54955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TOTAL  (incl. 15% contingency)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449824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4CAF7D"/>
                </a:solidFill>
                <a:latin typeface="Segoe UI"/>
              </a:rPr>
              <a:t>≈ $9,200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6071616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Gear already owned → ~$8,100.   On-road only → ~$6,600  (about $220/day).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Softest numbers: Denali lodging in peak July, and Coldfoot's UNVERIFIED rate — call (907) 474-3500.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WHAT TO BOOK,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Dalton has almost no beds.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Coldfoot and Deadhorse are the scarcest things in the plan. Everything else can be improvised.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011680"/>
            <a:ext cx="54864" cy="48463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2564D"/>
                </a:solidFill>
                <a:latin typeface="Segoe UI"/>
              </a:rPr>
              <a:t>NOW → JAN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2140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Coldfoot × 2 nights  (Jul 8, Jul 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3969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2564D"/>
                </a:solidFill>
                <a:latin typeface="Segoe UI"/>
              </a:rPr>
              <a:t>SCARCEST BED IN THE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6032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560320"/>
            <a:ext cx="54864" cy="48463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791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E2564D"/>
                </a:solidFill>
                <a:latin typeface="Segoe UI"/>
              </a:rPr>
              <a:t>NOW → JAN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004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Deadhorse × 2 nights  (Jul 9, Jul 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68833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E2564D"/>
                </a:solidFill>
                <a:latin typeface="Segoe UI"/>
              </a:rPr>
              <a:t>BOOK ~A YEAR 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10896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108960"/>
            <a:ext cx="54864" cy="484632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22783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~JAN–FEB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1868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Denali lodging × 2  (Jul 14, 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23697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PEAK SEASON — BOOKS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65760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3657600"/>
            <a:ext cx="54864" cy="484632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77647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~FEB–MAR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7673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Denali park bus 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785615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CAF7D"/>
                </a:solidFill>
                <a:latin typeface="Segoe UI"/>
              </a:rPr>
              <a:t>RESERVATIONS GO FAST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20624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4206240"/>
            <a:ext cx="54864" cy="4846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32511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5A623"/>
                </a:solidFill>
                <a:latin typeface="Segoe UI"/>
              </a:rPr>
              <a:t>~APR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31596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Fairbanks × 4  ·  Whitehorse × 2  ·  Stewart × 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75488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4754880"/>
            <a:ext cx="54864" cy="484632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487375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FC3F7"/>
                </a:solidFill>
                <a:latin typeface="Segoe UI"/>
              </a:rPr>
              <a:t>~JUN 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86460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Arctic Ocean shuttle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882896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FC3F7"/>
                </a:solidFill>
                <a:latin typeface="Segoe UI"/>
              </a:rPr>
              <a:t>24h min — but book weeks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5303520"/>
            <a:ext cx="10469880" cy="48463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" y="5303520"/>
            <a:ext cx="54864" cy="484632"/>
          </a:xfrm>
          <a:prstGeom prst="rect">
            <a:avLst/>
          </a:prstGeom>
          <a:solidFill>
            <a:srgbClr val="8C9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54223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ROLLING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41324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Everything else — BC/Yukon camps are first-come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897880"/>
            <a:ext cx="10469880" cy="45720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5998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4CAF7D"/>
                </a:solidFill>
                <a:latin typeface="Segoe UI"/>
              </a:rPr>
              <a:t>Adding Denali did NOT move the Dalton dates (Jul 8–12). Coldfoot + Deadhorse bookings still stand.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Resolved vs. open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33832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RESOLVED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SEASON: summer 2027 — Jun 26 → Jul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9115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30 days · 6,120 mi · ~$9,200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79191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✓  Denali added — via the Denali Hwy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6722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Destination: Deadhorse, not Nome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55263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Bike: 2002 F650GS, base (19"/17")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4330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Mechanical refresh 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31335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Fuel: 1–2 gal Rotopax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193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Carry spare fuel pump +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Tires: Heidenau K60 Scout, one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9544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✓  Route: Cassiar north, Alcan south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645920"/>
            <a:ext cx="54864" cy="3383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OPEN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03120"/>
            <a:ext cx="46177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BOOK COLDFOOT + DEADHORSE.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Scarcest beds in the plan — 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~a year out. This is now urgent.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816352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Book Denali lodging + bus tour —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peak season, they go fast.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328416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Confirm K60 Scout in 140/80-17 —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the whole tire plan rests on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840480"/>
            <a:ext cx="4617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Did the refresh cover the strip sensor,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water pump seal, stator, valves?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37083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Solo, or with others?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66344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Shakedown ride — spring 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230368"/>
            <a:ext cx="10469880" cy="10058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NEXT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65099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1">
                <a:solidFill>
                  <a:srgbClr val="E8EEF4"/>
                </a:solidFill>
                <a:latin typeface="Segoe UI"/>
              </a:rPr>
              <a:t>1.  BOOK Coldfoot ×2 + Deadhorse ×2   →   2.  Book Denali lodging + bus tour   →   3.  Confirm K60 in 140/80-17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1">
                <a:solidFill>
                  <a:srgbClr val="E8EEF4"/>
                </a:solidFill>
                <a:latin typeface="Segoe UI"/>
              </a:rPr>
              <a:t>4.  Fit Rotopax + rack   →   5.  Shakedown ride, loaded, on gravel   →   6.  Confirm insurance valid in Canada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