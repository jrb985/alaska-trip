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MOTORCYCLE EXPEDITION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 Light"/>
              </a:rPr>
              <a:t>Seattle → Deadhorse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0">
                <a:solidFill>
                  <a:srgbClr val="4FC3F7"/>
                </a:solidFill>
                <a:latin typeface="Segoe UI Light"/>
              </a:rPr>
              <a:t>The Dalton Highway to the Arctic Ocean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023360"/>
            <a:ext cx="1463040" cy="27432"/>
          </a:xfrm>
          <a:prstGeom prst="rect">
            <a:avLst/>
          </a:prstGeom>
          <a:solidFill>
            <a:srgbClr val="8C9E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E8EEF4"/>
                </a:solidFill>
                <a:latin typeface="Segoe UI"/>
              </a:rPr>
              <a:t>2002 BMW F650GS  (base)   ·   5,845 mi   ·   27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365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Segoe UI"/>
              </a:rPr>
              <a:t>Depart Sat Jun 26, 2027   ·   Home Thu Jul 22,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2487168" cy="9144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51383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TOTAL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7607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FC3F7"/>
                </a:solidFill>
                <a:latin typeface="Segoe UI"/>
              </a:rPr>
              <a:t>5,845 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349240"/>
            <a:ext cx="2487168" cy="9144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551383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DALTON: JUL 8–12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57607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F5A623"/>
                </a:solidFill>
                <a:latin typeface="Segoe UI"/>
              </a:rPr>
              <a:t>414 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349240"/>
            <a:ext cx="2487168" cy="9144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551383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LONGEST FUEL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7607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E2564D"/>
                </a:solidFill>
                <a:latin typeface="Segoe UI"/>
              </a:rPr>
              <a:t>239 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5349240"/>
            <a:ext cx="2487168" cy="9144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551383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57607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CAF7D"/>
                </a:solidFill>
                <a:latin typeface="Segoe UI"/>
              </a:rPr>
              <a:t>~$8,300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THE FINDING THAT RESHAPED THIS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You cannot ride to Nome.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10469880" cy="11887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905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4708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E8EEF4"/>
                </a:solidFill>
                <a:latin typeface="Segoe UI"/>
              </a:rPr>
              <a:t>Nome has NO road connection to the North American highway system.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E8EEF4"/>
                </a:solidFill>
                <a:latin typeface="Segoe UI"/>
              </a:rPr>
              <a:t>It is a fly-in / barge-in town. No highway reaches it from Fairbanks, Anchorage, or anywhere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8C9EB0"/>
                </a:solidFill>
                <a:latin typeface="Segoe UI"/>
              </a:rPr>
              <a:t>Nome does have ~250–350 mi of its own gravel roads (Teller, Council, Kougarok) — but that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8C9EB0"/>
                </a:solidFill>
                <a:latin typeface="Segoe UI"/>
              </a:rPr>
              <a:t>network is an island. It dead-ends into tundra and connects to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OPTIONS CONSIDERED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51960"/>
            <a:ext cx="2487168" cy="13258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407408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Fly the bike 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7548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Air freight from Anchorage.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Real, but +$1.5–3k and 5–7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4251960"/>
            <a:ext cx="2487168" cy="13258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4407408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Barge the bike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7548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Cheap-ish, slow,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schedule-bound.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251960"/>
            <a:ext cx="2487168" cy="13258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407408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Winter overland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7548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Done before. Expedition-grade.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Genuinely dangerous.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4251960"/>
            <a:ext cx="2487168" cy="132588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905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4407408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AF7D"/>
                </a:solidFill>
                <a:latin typeface="Segoe UI"/>
              </a:rPr>
              <a:t>Deadhorse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47548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Road-continuous.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9EB0"/>
                </a:solidFill>
                <a:latin typeface="Segoe UI"/>
              </a:rPr>
              <a:t>The true end of the road.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742432"/>
            <a:ext cx="10469880" cy="50292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861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CAF7D"/>
                </a:solidFill>
                <a:latin typeface="Segoe UI"/>
              </a:rPr>
              <a:t>DECISION:  Deadhorse / Prudhoe Bay via the Dalton Highway.   Nome parked as a possible future add-on.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Seattle → BC → Yukon → Fairbanks → Deadhorse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5A623"/>
                </a:solidFill>
                <a:latin typeface="Segoe UI"/>
              </a:rPr>
              <a:t>Ride a LOOP: north one corridor, south the other. Same mileage, double the country.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524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FC3F7"/>
                </a:solidFill>
                <a:latin typeface="Segoe UI"/>
              </a:rPr>
              <a:t>NORTHBOUND — Stewart–Cassiar (BC-37)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~450 mi · Remote, quiet, fully paved.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More wildlife, fewer services.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Side trip to Stewart/Hyder is worth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120640" cy="16002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128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SOUTHBOUND — Alaska Highway (Alcan)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1,387 mi Dawson Creek → Delta Junction.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More services, more traffic.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The historic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8C9EB0"/>
                </a:solidFill>
                <a:latin typeface="Segoe UI"/>
              </a:rPr>
              <a:t>LEG DISTANCES  (one way, via Cassiar — planning estimates)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206240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433425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Seattle → Prince George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43159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800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4206240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433425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Prince George → Kitwanga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43159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450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06240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3425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Cassiar → Alaska Hwy jct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3159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450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78824" y="4206240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433425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Watson Lake → Whitehorse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1" y="43159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275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809744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493775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Whitehorse → Tok, 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491947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400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8728" y="4809744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493775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Tok → Fairbanks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5816" y="491947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200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4809744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93775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Fairbanks → Deadhorse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5864" y="491947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78824" y="4809744"/>
            <a:ext cx="2487168" cy="49377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651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493776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8C9EB0"/>
                </a:solidFill>
                <a:latin typeface="Segoe UI"/>
              </a:rPr>
              <a:t>SEATTLE → DEADHORSE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4901184"/>
            <a:ext cx="886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CAF7D"/>
                </a:solidFill>
                <a:latin typeface="Segoe UI"/>
              </a:rPr>
              <a:t>≈3,000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EEF4"/>
                </a:solidFill>
                <a:latin typeface="Segoe UI"/>
              </a:rPr>
              <a:t>Round trip ≈ 6,000–6,500 mi.   Budget 3–4 weeks at a sane pace.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THE DALTON HIGHWAY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Everything south of Fairbanks is a normal trip. This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E8EEF4"/>
                </a:solidFill>
                <a:latin typeface="Segoe UI"/>
              </a:rPr>
              <a:t>414 miles, Livengood → Deadhorse. Majority unpaved. No cell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469880" cy="11430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54864" cy="1143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494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TRUCKS OWN THE ROAD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31136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Heavy oilfield traffic. Get over, slow down, expect flying rock.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Truck-thrown stone is the #1 source of damage.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01568"/>
            <a:ext cx="10469880" cy="11430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401568"/>
            <a:ext cx="54864" cy="114300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478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2564D"/>
                </a:solidFill>
                <a:latin typeface="Segoe UI"/>
              </a:rPr>
              <a:t>CALCIUM CHLORIDE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9584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Dry: packs hard, feels like pavement, lulls you.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WET: greasy 'peanut butter' — it WILL put you down.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Also corrosive — wash the bike immediately after.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0016"/>
            <a:ext cx="10469880" cy="11430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700016"/>
            <a:ext cx="54864" cy="1143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ATIGUN PASS · 4,739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28031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Weather can be full winter in any month.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No services. No signal. No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989320"/>
            <a:ext cx="1046988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6062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FC3F7"/>
                </a:solidFill>
                <a:latin typeface="Segoe UI"/>
              </a:rPr>
              <a:t>PACING:  4 days from Fairbanks and back.   Fairbanks → Coldfoot → Deadhorse → Coldfoot → Fairbanks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CONSTRAINT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The fuel gap is longer than your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E8EEF4"/>
                </a:solidFill>
                <a:latin typeface="Segoe UI"/>
              </a:rPr>
              <a:t>Fuel exists at exactly THREE places on the Dalton.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38528"/>
            <a:ext cx="3291840" cy="65836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482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YUKON RIVER 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2860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MP 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38528"/>
            <a:ext cx="3291840" cy="65836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0482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COLDFOOT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860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MP 175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38528"/>
            <a:ext cx="3291840" cy="65836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0482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DEADHORSE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2860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MP 414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16352"/>
            <a:ext cx="10469880" cy="173736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905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98094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2564D"/>
                </a:solidFill>
                <a:latin typeface="Segoe UI"/>
              </a:rPr>
              <a:t>COLDFOOT → DEADHORSE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552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C9EB0"/>
                </a:solidFill>
                <a:latin typeface="Segoe UI"/>
              </a:rPr>
              <a:t>Longest fuel gap on ANY public road in the United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749039"/>
            <a:ext cx="6949440" cy="27432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72160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2564D"/>
                </a:solidFill>
                <a:latin typeface="Segoe UI"/>
              </a:rPr>
              <a:t>239 mi   FUEL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133087"/>
            <a:ext cx="6693408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10565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230 mi   YOUR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E8EEF4"/>
                </a:solidFill>
                <a:latin typeface="Segoe UI"/>
              </a:rPr>
              <a:t>F650GS: 4.4 gal · ~50 mpg · ~230 mi claimed. Derate for load, headwind, gravel, low gear → assume ~200 mi.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166360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651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2852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2564D"/>
                </a:solidFill>
                <a:latin typeface="Segoe UI"/>
              </a:rPr>
              <a:t>YOU WOULD RUN DRY BEFORE DEADHORSE.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70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And you can't fix it with a bigger tank — the F650GS tank is UNDER THE SEAT, inside the frame.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No long-range tank exists for this bike.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CONSTRAINT #1 —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Carry external fuel. It's a $100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C9EB0"/>
                </a:solidFill>
                <a:latin typeface="Segoe UI"/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C9EB0"/>
                </a:solidFill>
                <a:latin typeface="Segoe UI"/>
              </a:rPr>
              <a:t>TOTAL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C9EB0"/>
                </a:solidFill>
                <a:latin typeface="Segoe UI"/>
              </a:rPr>
              <a:t>VERDICT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93392"/>
            <a:ext cx="10469880" cy="6400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93392"/>
            <a:ext cx="54864" cy="64008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671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EEF4"/>
                </a:solidFill>
                <a:latin typeface="Segoe UI"/>
              </a:rPr>
              <a:t>Stock tank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671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2564D"/>
                </a:solidFill>
                <a:latin typeface="Segoe UI"/>
              </a:rPr>
              <a:t>~200–230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7627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2564D"/>
                </a:solidFill>
                <a:latin typeface="Segoe UI"/>
              </a:rPr>
              <a:t>NOT ENOUGH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70632"/>
            <a:ext cx="10469880" cy="64008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770632"/>
            <a:ext cx="54864" cy="64008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94436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EEF4"/>
                </a:solidFill>
                <a:latin typeface="Segoe UI"/>
              </a:rPr>
              <a:t>+ 1 gal Rotopax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443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CAF7D"/>
                </a:solidFill>
                <a:latin typeface="Segoe UI"/>
              </a:rPr>
              <a:t>~280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5351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CAF7D"/>
                </a:solidFill>
                <a:latin typeface="Segoe UI"/>
              </a:rPr>
              <a:t>SOLVES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547872"/>
            <a:ext cx="10469880" cy="64008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3547872"/>
            <a:ext cx="54864" cy="64008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72160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EEF4"/>
                </a:solidFill>
                <a:latin typeface="Segoe UI"/>
              </a:rPr>
              <a:t>+ 2 gal Rotopax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216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CAF7D"/>
                </a:solidFill>
                <a:latin typeface="Segoe UI"/>
              </a:rPr>
              <a:t>~330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3075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CAF7D"/>
                </a:solidFill>
                <a:latin typeface="Segoe UI"/>
              </a:rPr>
              <a:t>COMFORTABLE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10469880" cy="9144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905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6451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377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E8EEF4"/>
                </a:solidFill>
                <a:latin typeface="Segoe UI"/>
              </a:rPr>
              <a:t>1–2 gal Rotopax on a rear rack, carried on the Dalton only. Leave it behind for the pavement miles.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577840"/>
            <a:ext cx="10469880" cy="74980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577840"/>
            <a:ext cx="54864" cy="7498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87568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DISCIPLINE:  Top off at Yukon River (MP 56) and Coldfoot (MP 175) EVERY time, without exception.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There is no “I'll get it at the next one.”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THE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2002 BMW F650GS — base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10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SPECS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762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C9EB0"/>
                </a:solidFill>
                <a:latin typeface="Segoe UI"/>
              </a:rP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762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652cc single (Rotax)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87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C9EB0"/>
                </a:solidFill>
                <a:latin typeface="Segoe UI"/>
              </a:rPr>
              <a:t>Wheels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19" front / 17" rear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9806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C9EB0"/>
                </a:solidFill>
                <a:latin typeface="Segoe UI"/>
              </a:rPr>
              <a:t>Tire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980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110/80-19 · 140/80-17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C9EB0"/>
                </a:solidFill>
                <a:latin typeface="Segoe UI"/>
              </a:rPr>
              <a:t>Fuel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1089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4.4 gal — UNDER THE SEAT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98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C9EB0"/>
                </a:solidFill>
                <a:latin typeface="Segoe U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41985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~430 lb wet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524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VERDICT: A GOOD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76272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Proven round-the-world bike. Comfortable over the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2,400 pavement miles north. Light enough to pick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up alone — which you WILL need to do.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This is not a compromise pick.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05072"/>
            <a:ext cx="5120640" cy="105156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005072"/>
            <a:ext cx="54864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133087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BASE, NOT DAKAR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425696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19" front + shorter travel = modest disadvantage.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Not a problem — just ride slower.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05072"/>
            <a:ext cx="5120640" cy="105156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05072"/>
            <a:ext cx="54864" cy="105156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133087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MECHANICAL REFRESH — DONE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425696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Completed before July 2026. Retires the single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biggest risk in the plan.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30368"/>
            <a:ext cx="10469880" cy="9601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651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3583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2564D"/>
                </a:solidFill>
                <a:latin typeface="Segoe UI"/>
              </a:rPr>
              <a:t>⚠  THE BIKE IS 24 YEARS OLD — RELIABILITY IS A SAFETY ITEM, NOT A MAINTENANCE ITEM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69280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A breakdown on the Dalton is an emergency: no cell service, 240 mi between services, and a tow costs more than the bike.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KNOWN F650GS FAILURE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Address every one of these before departure.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27632"/>
            <a:ext cx="10469880" cy="85953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27632"/>
            <a:ext cx="54864" cy="859536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2821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2564D"/>
                </a:solidFill>
                <a:latin typeface="Segoe UI"/>
              </a:rPr>
              <a:t>FUEL PUMP +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Known failure on this generation. In-tank, under the seat.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Fails on the Dalton = trip over, in the worst possible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74519"/>
            <a:ext cx="333756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476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CARRY A SPARE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60320"/>
            <a:ext cx="10469880" cy="85953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560320"/>
            <a:ext cx="54864" cy="859536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660903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2564D"/>
                </a:solidFill>
                <a:latin typeface="Segoe UI"/>
              </a:rPr>
              <a:t>FUEL-LEVEL “STRIP”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Famously fails. Normally a shrug — ride by trip meter.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But your range is ALREADY short of the 239 mi gap.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807208"/>
            <a:ext cx="333756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80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FIX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93008"/>
            <a:ext cx="10469880" cy="85953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493008"/>
            <a:ext cx="54864" cy="8595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5935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WATER PUMP SEAL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77056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Classic wear item. Check the weep hole for coolant.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739896"/>
            <a:ext cx="333756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81304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INSPECT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25696"/>
            <a:ext cx="10469880" cy="85953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425696"/>
            <a:ext cx="54864" cy="8595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STATOR / REG-RECTIFIER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09744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Check charging voltage.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672583"/>
            <a:ext cx="333756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74573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INSPECT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358384"/>
            <a:ext cx="10469880" cy="85953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5358384"/>
            <a:ext cx="54864" cy="8595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4589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VALVE CLEARANCES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42432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Check and set.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5605272"/>
            <a:ext cx="333756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56784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INSPECT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TIRES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Don't optimize for the 8% of the trip that's dirt.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10469880" cy="7315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1907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Round trip ≈ 6,000 mi. The Dalton is ~600 mi of it. A soft knobby rear can be cooked in ~3,000 mi 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you would destroy it just GETTING to Fairbanks.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3291840" cy="233172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905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633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AF7D"/>
                </a:solidFill>
                <a:latin typeface="Segoe UI"/>
              </a:rPr>
              <a:t>HEIDENAU K60 SCOUT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62656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Comes in 140/80-17. Riders report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10,000+ mi on a set. Adequate on the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Dalton, excellent everywhere else.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One set does the whole trip.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Downside: hard to mount.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4370832"/>
            <a:ext cx="2889504" cy="329184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34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CAF7D"/>
                </a:solidFill>
                <a:latin typeface="Segoe UI"/>
              </a:rPr>
              <a:t>RECOMMENDED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487168"/>
            <a:ext cx="3291840" cy="23317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633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CONTINENTAL TKC80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962656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Better in mud, but wears fast — and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Continental is PHASING IT OUT.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Replaced by the redesigned TKC80²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(small sizes May '26, large Aug '26).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If you go Conti, go Gen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7" y="4370832"/>
            <a:ext cx="2889504" cy="329184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4434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GEN-2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487168"/>
            <a:ext cx="3291840" cy="23317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633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8C9EB0"/>
                </a:solidFill>
                <a:latin typeface="Segoe UI"/>
              </a:rPr>
              <a:t>MITAS E-07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962656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More like 60/40 street.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Long-wearing.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Fine — but the K60 does the same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job with more dirt capability.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4370832"/>
            <a:ext cx="2889504" cy="329184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434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C9EB0"/>
                </a:solidFill>
                <a:latin typeface="Segoe UI"/>
              </a:rPr>
              <a:t>REDUNDANT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83480"/>
            <a:ext cx="10469880" cy="68580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905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10235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RECOMMENDATION:  Heidenau K60 Scout front + rear. One fresh set, whole trip.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No mid-trip swap, no shipping tires to Alaska.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779008"/>
            <a:ext cx="10469880" cy="530352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5779008"/>
            <a:ext cx="54864" cy="530352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888736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2564D"/>
                </a:solidFill>
                <a:latin typeface="Segoe UI"/>
              </a:rPr>
              <a:t>⚠  VERIFY EARLY: the 140/80-17 rear is an oddball size with few options. If it dries up, this changes.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THE DESTINATION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Deadhorse is an industrial camp, not a town.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8C9EB0"/>
                </a:solidFill>
                <a:latin typeface="Segoe UI"/>
              </a:rPr>
              <a:t>No beach. No bar. No triumphant sign worth much. Manage expectations — the ride is the reward.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762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LODGING — book ahead, they sell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42032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8EEF4"/>
                </a:solidFill>
                <a:latin typeface="Segoe UI"/>
              </a:rPr>
              <a:t>•  Aurora Hotel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71215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8EEF4"/>
                </a:solidFill>
                <a:latin typeface="Segoe UI"/>
              </a:rPr>
              <a:t>•  Prudhoe Bay Hotel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E8EEF4"/>
                </a:solidFill>
                <a:latin typeface="Segoe UI"/>
              </a:rPr>
              <a:t>•  Deadhorse Camp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8444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Rustic, camp-style. Meals usually included.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YOU CANNOT RIDE TO THE ARCTIC OCEAN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The final stretch crosses secured oilfield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property. You must take an ESCORTED SHUTTLE.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Book in advance (24h min for the security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check). Bring government photo 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06240"/>
            <a:ext cx="10469880" cy="56692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206240"/>
            <a:ext cx="54864" cy="566928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342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8EEF4"/>
                </a:solidFill>
                <a:latin typeface="Segoe UI"/>
              </a:rPr>
              <a:t>Camping in Deadhorse is effectively not a thing. Budget for a room.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SEASON &amp; TIMING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321808"/>
            <a:ext cx="2487168" cy="804672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49824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mid-June → early Sept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5321808"/>
            <a:ext cx="2487168" cy="804672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5449824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1608" y="568756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late June / July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5321808"/>
            <a:ext cx="2487168" cy="804672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5449824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BUGS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568756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brutal in Jun–Jul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8824" y="5321808"/>
            <a:ext cx="2487168" cy="804672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3" y="5449824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TRIP LENGTH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3" y="568756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3–4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GEAR, SAFETY &amp; BORDER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The non-negotiables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120640" cy="22402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54864" cy="224028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922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SAFETY — NON-NEGOTIABLE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39696"/>
            <a:ext cx="4617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Satellite communicator (inReach / ZOLEO).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   No cell on the Dalton — your ONLY way to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   call for help.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9504"/>
            <a:ext cx="4617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Bear spray — accessible, not in a pannier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91256"/>
            <a:ext cx="4617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Ability to fix a flat (tubes, irons, pump)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93008"/>
            <a:ext cx="4617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First aid + a day of food &amp; water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120640" cy="22402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" cy="224028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922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GEAR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57984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Layers rated for near-freezing + 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8716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Heated grips / vest — worth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816352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Real rain gear. You WILL ride in 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14553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Head net + DEET (mosquitoes are real)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474720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E8EEF4"/>
                </a:solidFill>
                <a:latin typeface="Segoe UI"/>
              </a:rPr>
              <a:t>•  Camping kit rated below expected 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96512"/>
            <a:ext cx="10469880" cy="14173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096512"/>
            <a:ext cx="54864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428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BORDER — YOU CROSS INTO CANADA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9028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•  Passport (not just a passport card)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82896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•  Proof of insurance VALID IN CANADA — US policies are not automatically valid. Confirm with your insurer.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75503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•  Vehicle registration  ·  Cash in CAD + USD (remote stops can be card-flaky)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650992"/>
            <a:ext cx="10469880" cy="56692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905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7790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2564D"/>
                </a:solidFill>
                <a:latin typeface="Segoe UI"/>
              </a:rPr>
              <a:t>FIREARMS: DO NOT. A handgun in Canada is a serious offense and ends the trip at the border. Bear spray is the answer.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SEASON — 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Depart Saturday, June 26,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8EEF4"/>
                </a:solidFill>
                <a:latin typeface="Segoe UI"/>
              </a:rPr>
              <a:t>Chosen so the Dalton run lands July 8–12 — dead center of the peak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487168" cy="7772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DEPART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8EEF4"/>
                </a:solidFill>
                <a:latin typeface="Segoe UI"/>
              </a:rPr>
              <a:t>Sat Jun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011680"/>
            <a:ext cx="2487168" cy="7772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13055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DALTON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5915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Jul 8 –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11680"/>
            <a:ext cx="2487168" cy="7772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3055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35915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8EEF4"/>
                </a:solidFill>
                <a:latin typeface="Segoe UI"/>
              </a:rPr>
              <a:t>Thu Jul 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2011680"/>
            <a:ext cx="2487168" cy="7772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3" y="213055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8C9EB0"/>
                </a:solidFill>
                <a:latin typeface="Segoe UI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3" y="235915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FC3F7"/>
                </a:solidFill>
                <a:latin typeface="Segoe UI"/>
              </a:rPr>
              <a:t>27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971800"/>
            <a:ext cx="10469880" cy="11887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651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127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WHAT THIS BUYS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19856"/>
            <a:ext cx="9966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Warmest temps · Atigun Pass clear of snow · near-24-hour daylight — and the best odds of a DRY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E8EEF4"/>
                </a:solidFill>
                <a:latin typeface="Segoe UI"/>
              </a:rPr>
              <a:t>Dalton. Dry, the calcium chloride packs hard and grips. Wet, it's the thing most likely to put you down.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297680"/>
            <a:ext cx="5120640" cy="9601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297680"/>
            <a:ext cx="54864" cy="960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42569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THE TRADEOFF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0001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Peak mosquito season. A nuisance, not a hazard.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The head net is not optional.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120640" cy="96012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54864" cy="96012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42569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IF IT SLIPS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70001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Slip it in WHOLE WEEKS. Do not let it drift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toward September — the Dalton turns.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440680"/>
            <a:ext cx="10469880" cy="86868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5595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SHAPE OF THE TRIP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85216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8EEF4"/>
                </a:solidFill>
                <a:latin typeface="Segoe UI"/>
              </a:rPr>
              <a:t>10 days north (Cassiar)   →   5 days on the Dalton   →   9 days home (Alcan).   No day over 340 mi.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DAY BY DAY  ·  ★ = OFF DAY (5 TOTAL — LOAD-BEARING, NOT LUXURY)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27 days · 5,845 miles · 266 mi average riding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7" y="16184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184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Jun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6093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Seattle → Hope, 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93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9613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9613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Jun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1952243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Hope → Quesnel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52243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23042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042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Jun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22951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Quesnel → Smithers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951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26471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6471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Jun 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26380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Smithers → Stewart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380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9443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29900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29900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Jun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29809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★ STEWART / HYDER — bears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9809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7" y="33329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19" y="33329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33238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Stewart → Dease Lake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3238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36758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36758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36667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Dease Lake → Watson Lake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667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40187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19" y="40187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0552" y="40096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Watson Lake → Whitehorse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0096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275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3159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7" y="43616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43616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0552" y="43525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★ WHITEHORSE — servicing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43525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7" y="47045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47045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0552" y="46954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Whitehorse → Beaver Creek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6954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7" y="50474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474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50383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Beaver Creek → Fairbanks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0383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310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53446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7" y="53903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19" y="53903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53812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★ FAIRBANKS — Dalton prep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53812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7" y="57332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19" y="57332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57241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Fairbanks → Coldfoot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57241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260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60304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7" y="60761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19" y="60761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60670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COLDFOOT → DEADHORSE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60670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240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15727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16184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59" y="16184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16093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★ DEADHORSE — ARCTIC OCEAN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61320" y="16093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1915667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7648" y="19613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59" y="19613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79792" y="1952243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Deadhorse → Coldfoot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1952243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240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17920" y="22585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27648" y="23042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59" y="23042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9792" y="22951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Coldfoot → Fairbanks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61320" y="22951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260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2601468"/>
            <a:ext cx="5074920" cy="310896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27648" y="26471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59" y="26471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9792" y="26380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★ FAIRBANKS — wash the bike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61320" y="26380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27648" y="29900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59" y="29900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79792" y="29809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Fairbanks → Tok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61320" y="29809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27648" y="33329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66559" y="33329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79792" y="33238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Tok → Destruction Bay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33238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280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27648" y="36758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66559" y="36758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79792" y="36667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Destruction Bay → Whitehorse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61320" y="36667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160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4018787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66559" y="4018787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79792" y="40096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Whitehorse → Watson Lake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61320" y="40096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275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27648" y="43616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66559" y="43616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79792" y="43525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Watson Lake → Fort Nelson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61320" y="43525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325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27648" y="47045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66559" y="47045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79792" y="46954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Fort Nelson → Dawson Creek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61320" y="46954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280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27648" y="50474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66559" y="50474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79792" y="50383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Dawson Creek → Prince George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61320" y="50383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27648" y="53903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66559" y="53903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79792" y="53812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Prince George → Cache Creek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61320" y="53812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275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57332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8C9EB0"/>
                </a:solidFill>
                <a:latin typeface="Segoe UI"/>
              </a:rPr>
              <a:t>27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766559" y="57332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C9EB0"/>
                </a:solidFill>
                <a:latin typeface="Segoe UI"/>
              </a:rPr>
              <a:t>Jul 22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79792" y="5724144"/>
            <a:ext cx="30632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E8EEF4"/>
                </a:solidFill>
                <a:latin typeface="Segoe UI"/>
              </a:rPr>
              <a:t>Cache Creek → SEATTLE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61320" y="5724144"/>
            <a:ext cx="62179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EEF4"/>
                </a:solidFill>
                <a:latin typeface="Segoe UI"/>
              </a:rPr>
              <a:t>340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≈ $8,300 all-in.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ON-ROAD  (27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Fuel — 117 gal @ ~$5.25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2024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$614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74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Lodging — Coldfoot ×2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1742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Lodging — Deadhorse 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$510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178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Lodging — Fairbanks ×4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1178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$560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Lodging — other hotels 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10896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$910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614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Camping ×11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40614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$275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Food — ~$50/day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0332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$1,350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0050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Arctic Ocean shuttle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00050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Misc — wash, laundry, sundries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9768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$150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626864"/>
            <a:ext cx="512064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00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SUBTOTAL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70001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FC3F7"/>
                </a:solidFill>
                <a:latin typeface="Segoe UI"/>
              </a:rPr>
              <a:t>$4,958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PREP &amp; GEAR  (one-time)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92024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Heidenau K60 Scout set + mount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92024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$380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2174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Rotopax 2 gal + 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21742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51460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Spare fuel pump + 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51460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$350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1178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Chain + sprockets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81178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10896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Tubes, filters, oil, consumables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10896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$250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40614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Protection (if not fitted)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40614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7033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EF4"/>
                </a:solidFill>
                <a:latin typeface="Segoe UI"/>
              </a:rPr>
              <a:t>inReach + 2 mo (if not owned)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70332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8EEF4"/>
                </a:solidFill>
                <a:latin typeface="Segoe UI"/>
              </a:rPr>
              <a:t>$450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626864"/>
            <a:ext cx="5120640" cy="384048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7000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SUBTOTAL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70001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$2,280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5193792"/>
            <a:ext cx="10469880" cy="658368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 w="19050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321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AF7D"/>
                </a:solidFill>
                <a:latin typeface="Segoe UI"/>
              </a:rPr>
              <a:t>TOTAL  (incl. 15% contingency)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2852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4CAF7D"/>
                </a:solidFill>
                <a:latin typeface="Segoe UI"/>
              </a:rPr>
              <a:t>≈ $8,300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92531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Gear already owned → ~$7,200.   On-road only → ~$5,700  (about $184/day).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8C9EB0"/>
                </a:solidFill>
                <a:latin typeface="Segoe UI"/>
              </a:rPr>
              <a:t>Soft spots: 2027 fuel price is a guess; Coldfoot's rate is UNVERIFIED — call (907) 474-3500.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2564D"/>
                </a:solidFill>
                <a:latin typeface="Segoe UI"/>
              </a:rPr>
              <a:t>WHAT TO BOOK, AND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The Dalton has almost no beds.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8EEF4"/>
                </a:solidFill>
                <a:latin typeface="Segoe UI"/>
              </a:rPr>
              <a:t>Coldfoot and Deadhorse are the scarcest things in the plan. Everything else can be improvised.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84831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084831"/>
            <a:ext cx="54864" cy="54864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311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2564D"/>
                </a:solidFill>
                <a:latin typeface="Segoe UI"/>
              </a:rPr>
              <a:t>NOW → JAN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21991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Coldfoot × 2 nights  (Jul 8, Jul 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2564D"/>
                </a:solidFill>
                <a:latin typeface="Segoe UI"/>
              </a:rPr>
              <a:t>SCARCEST BED IN THE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06624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706624"/>
            <a:ext cx="54864" cy="548640"/>
          </a:xfrm>
          <a:prstGeom prst="rect">
            <a:avLst/>
          </a:prstGeom>
          <a:solidFill>
            <a:srgbClr val="E25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8529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2564D"/>
                </a:solidFill>
                <a:latin typeface="Segoe UI"/>
              </a:rPr>
              <a:t>NOW → JAN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4378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Deadhorse × 2 nights  (Jul 9, Jul 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862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2564D"/>
                </a:solidFill>
                <a:latin typeface="Segoe UI"/>
              </a:rPr>
              <a:t>BOOK ~A YEAR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28415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328415"/>
            <a:ext cx="54864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747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~APR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65575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Fairbanks × 4  (Jul 6, 7, 12, 13)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950208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950208"/>
            <a:ext cx="54864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096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~APR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0873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Whitehorse × 2  ·  Stewart ×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572000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572000"/>
            <a:ext cx="54864" cy="5486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7183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4FC3F7"/>
                </a:solidFill>
                <a:latin typeface="Segoe UI"/>
              </a:rPr>
              <a:t>~JUN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0916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Arctic Ocean shuttle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7274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4FC3F7"/>
                </a:solidFill>
                <a:latin typeface="Segoe UI"/>
              </a:rPr>
              <a:t>24h min — but book weeks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193792"/>
            <a:ext cx="10469880" cy="54864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5193792"/>
            <a:ext cx="54864" cy="548640"/>
          </a:xfrm>
          <a:prstGeom prst="rect">
            <a:avLst/>
          </a:prstGeom>
          <a:solidFill>
            <a:srgbClr val="8C9E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3400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8C9EB0"/>
                </a:solidFill>
                <a:latin typeface="Segoe UI"/>
              </a:rPr>
              <a:t>ROLLING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33095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Everything else — BC/Yukon camps are first-come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870448"/>
            <a:ext cx="10469880" cy="45720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6510">
            <a:solidFill>
              <a:srgbClr val="E25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971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EEF4"/>
                </a:solidFill>
                <a:latin typeface="Segoe UI"/>
              </a:rPr>
              <a:t>Deadhorse confirmed: Prudhoe Bay Hotel $260 · Deadhorse Camp ~$249 · shuttle $89/person.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CAF7D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>
                <a:solidFill>
                  <a:srgbClr val="E8EEF4"/>
                </a:solidFill>
                <a:latin typeface="Segoe UI Light"/>
              </a:rPr>
              <a:t>Resolved vs. 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54864" cy="338328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4CAF7D"/>
                </a:solidFill>
                <a:latin typeface="Segoe UI"/>
              </a:rP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2140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4CAF7D"/>
                </a:solidFill>
                <a:latin typeface="Segoe UI"/>
              </a:rPr>
              <a:t>✓  SEASON: summer 2027 — Jun 26 → Jul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36876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4CAF7D"/>
                </a:solidFill>
                <a:latin typeface="Segoe UI"/>
              </a:rPr>
              <a:t>✓  Itinerary + budget built (27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52344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Destination: Deadhorse, not Nome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7811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Bike: 2002 F650GS, base (19"/17")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79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Mechanical refresh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9874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Fuel: 1–2 gal Rotopax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14215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Carry spare fuel pump +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29683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Tires: Heidenau K60 Scout, one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45152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8EEF4"/>
                </a:solidFill>
                <a:latin typeface="Segoe UI"/>
              </a:rPr>
              <a:t>✓  Route: Cassiar north, Alcan south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1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4864" cy="3383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81051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194560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BOOK COLDFOOT + DEADHORSE.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Scarcest beds in the plan — book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~a year out. This is now urgent.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035808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Confirm K60 Scout in 140/80-17 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the whole tire plan rests on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675887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Did the refresh cover the strip sensor,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water pump seal, stator, valves?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343400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Solo, or with others?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69087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E8EEF4"/>
                </a:solidFill>
                <a:latin typeface="Segoe UI"/>
              </a:rPr>
              <a:t>Shakedown ride — spring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230368"/>
            <a:ext cx="10469880" cy="1005840"/>
          </a:xfrm>
          <a:prstGeom prst="roundRect">
            <a:avLst>
              <a:gd name="adj" fmla="val 5000"/>
            </a:avLst>
          </a:prstGeom>
          <a:solidFill>
            <a:srgbClr val="22354B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583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4FC3F7"/>
                </a:solidFill>
                <a:latin typeface="Segoe UI"/>
              </a:rPr>
              <a:t>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5099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1.  BOOK Coldfoot ×2 + Deadhorse ×2   →   2.  Confirm K60 in 140/80-17   →   3.  Fit Rotopax + rack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E8EEF4"/>
                </a:solidFill>
                <a:latin typeface="Segoe UI"/>
              </a:rPr>
              <a:t>4.  Shakedown ride, loaded, on gravel   →   5.  Confirm insurance is valid in Canada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C9EB0"/>
                </a:solidFill>
                <a:latin typeface="Segoe UI"/>
              </a:rPr>
              <a:t>Seattle → Deadhorse  ·  2002 BMW F650GS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