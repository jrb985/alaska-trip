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MOTORCYCLE EXPEDITION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Segoe UI Light"/>
              </a:rPr>
              <a:t>Seattle → Deadhorse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4FC3F7"/>
                </a:solidFill>
                <a:latin typeface="Segoe UI Light"/>
              </a:rPr>
              <a:t>The Dalton Highway to the Arctic Ocean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023360"/>
            <a:ext cx="1463040" cy="27432"/>
          </a:xfrm>
          <a:prstGeom prst="rect">
            <a:avLst/>
          </a:prstGeom>
          <a:solidFill>
            <a:srgbClr val="8C9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E8EEF4"/>
                </a:solidFill>
                <a:latin typeface="Segoe UI"/>
              </a:rPr>
              <a:t>2002 BMW F650GS  (base)   ·   ~6,000–6,500 mi round trip   ·   3–4 weeks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365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C9EB0"/>
                </a:solidFill>
                <a:latin typeface="Segoe UI"/>
              </a:rPr>
              <a:t>Season TBD   ·   Planning began July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349240"/>
            <a:ext cx="251460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ROUND TRIP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76072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4FC3F7"/>
                </a:solidFill>
                <a:latin typeface="Segoe UI"/>
              </a:rPr>
              <a:t>6,000 mi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5349240"/>
            <a:ext cx="251460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DALTON HWY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576072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5A623"/>
                </a:solidFill>
                <a:latin typeface="Segoe UI"/>
              </a:rPr>
              <a:t>414 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5349240"/>
            <a:ext cx="251460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5513832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LONGEST FUEL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6072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E2564D"/>
                </a:solidFill>
                <a:latin typeface="Segoe UI"/>
              </a:rPr>
              <a:t>239 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THE FINDING THAT RESHAPED THIS 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You cannot ride to Nome.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10469880" cy="1188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Nome has NO road connection to the North American highway system.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E8EEF4"/>
                </a:solidFill>
                <a:latin typeface="Segoe UI"/>
              </a:rPr>
              <a:t>It is a fly-in / barge-in town. No highway reaches it from Fairbanks, Anchorage, or anywhere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C9EB0"/>
                </a:solidFill>
                <a:latin typeface="Segoe UI"/>
              </a:rPr>
              <a:t>Nome does have ~250–350 mi of its own gravel roads (Teller, Council, Kougarok) — but that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8C9EB0"/>
                </a:solidFill>
                <a:latin typeface="Segoe UI"/>
              </a:rPr>
              <a:t>network is an island. It dead-ends into tundra and connects to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13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OPTIONS CONSIDERED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Fly the bike 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Air freight from Anchorage.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Real, but +$1.5–3k and 5–7 days.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8728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Barge the bike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Cheap-ish, slow,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schedule-bound.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Winter overland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Done before. Expedition-grade.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Genuinely dangerous.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78824" y="4251960"/>
            <a:ext cx="2487168" cy="13258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4407408"/>
            <a:ext cx="2148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CAF7D"/>
                </a:solidFill>
                <a:latin typeface="Segoe UI"/>
              </a:rPr>
              <a:t>Deadhorse instead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47548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Road-continuous.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9EB0"/>
                </a:solidFill>
                <a:latin typeface="Segoe UI"/>
              </a:rPr>
              <a:t>The true end of the road.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742432"/>
            <a:ext cx="10469880" cy="5029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861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DECISION:  Deadhorse / Prudhoe Bay via the Dalton Highway.   Nome parked as a possible future add-on.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Seattle → BC → Yukon → Fairbanks → Deadhorse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5A623"/>
                </a:solidFill>
                <a:latin typeface="Segoe UI"/>
              </a:rPr>
              <a:t>Ride a LOOP: north one corridor, south the other. Same mileage, double the country.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5740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128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FC3F7"/>
                </a:solidFill>
                <a:latin typeface="Segoe UI"/>
              </a:rPr>
              <a:t>NORTHBOUND — Stewart–Cassiar (BC-37)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60320"/>
            <a:ext cx="4617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~450 mi · Remote, quiet, fully paved.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More wildlife, fewer services.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Side trip to Stewart/Hyder is worth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5740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128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SOUTHBOUND — Alaska Highway (Alcan)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60320"/>
            <a:ext cx="46177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1,387 mi Dawson Creek → Delta Junction.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More services, more traffic.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The historic route.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587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8C9EB0"/>
                </a:solidFill>
                <a:latin typeface="Segoe UI"/>
              </a:rPr>
              <a:t>LEG DISTANCES  (one way, via Cassiar — planning estimates)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Seattle → Prince George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800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38728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Prince George → Kitwanga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5816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450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Cassiar → Alaska Hwy jct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4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78824" y="4206240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433425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Watson Lake → Whitehorse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1" y="431596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275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Whitehorse → Tok, 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15768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400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38728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8C9EB0"/>
                </a:solidFill>
                <a:latin typeface="Segoe UI"/>
              </a:rPr>
              <a:t>Tok → Fairbanks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5816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200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937759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5A623"/>
                </a:solidFill>
                <a:latin typeface="Segoe UI"/>
              </a:rPr>
              <a:t>Fairbanks → Deadhorse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5864" y="491947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500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78824" y="4809744"/>
            <a:ext cx="2487168" cy="49377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5128" y="493776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8C9EB0"/>
                </a:solidFill>
                <a:latin typeface="Segoe UI"/>
              </a:rPr>
              <a:t>SEATTLE → DEADHORSE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4901184"/>
            <a:ext cx="886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≈3,000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Round trip ≈ 6,000–6,500 mi.   Budget 3–4 weeks at a sane pace.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THE DALTON HIGHWAY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Everything south of Fairbanks is a normal trip. This isn't.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E8EEF4"/>
                </a:solidFill>
                <a:latin typeface="Segoe UI"/>
              </a:rPr>
              <a:t>414 miles, Livengood → Deadhorse. Majority unpaved. No cell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54864" cy="1143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49424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TRUCKS OWN THE 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31136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Heavy oilfield traffic. Get over, slow down, expect flying rock.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Truck-thrown stone is the #1 source of damage.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01568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401568"/>
            <a:ext cx="54864" cy="114300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547872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CALCIUM CHLORIDE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Dry: packs hard, feels like pavement, lulls you.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WET: greasy 'peanut butter' — it WILL put you down.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Also corrosive — wash the bike immediately after.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700016"/>
            <a:ext cx="10469880" cy="11430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4700016"/>
            <a:ext cx="54864" cy="114300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84632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FC3F7"/>
                </a:solidFill>
                <a:latin typeface="Segoe UI"/>
              </a:rPr>
              <a:t>ATIGUN PASS · 4,739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828031"/>
            <a:ext cx="6675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Weather can be full winter in any month.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No services. No signal. No help.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989320"/>
            <a:ext cx="1046988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606247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FC3F7"/>
                </a:solidFill>
                <a:latin typeface="Segoe UI"/>
              </a:rPr>
              <a:t>PACING:  4 days from Fairbanks and back.   Fairbanks → Coldfoot → Deadhorse → Coldfoot → Fairbanks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CONSTRAINT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fuel gap is longer than your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E8EEF4"/>
                </a:solidFill>
                <a:latin typeface="Segoe UI"/>
              </a:rPr>
              <a:t>Fuel exists at exactly THREE places on the Dalton.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YUKON RIVER 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COLDFOOT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175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938528"/>
            <a:ext cx="3291840" cy="65836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0482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DEADHORSE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2860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MP 414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2816352"/>
            <a:ext cx="10469880" cy="17373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298094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COLDFOOT → DEADHORSE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55264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C9EB0"/>
                </a:solidFill>
                <a:latin typeface="Segoe UI"/>
              </a:rPr>
              <a:t>Longest fuel gap on ANY public road in the United States.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3749039"/>
            <a:ext cx="6949440" cy="27432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72160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239 mi   FUEL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4133087"/>
            <a:ext cx="6693408" cy="274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10565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230 mi   YOUR 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E8EEF4"/>
                </a:solidFill>
                <a:latin typeface="Segoe UI"/>
              </a:rPr>
              <a:t>F650GS: 4.4 gal · ~50 mpg · ~230 mi claimed. Derate for load, headwind, gravel, low gear → assume ~200 mi.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166360"/>
            <a:ext cx="10469880" cy="54864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651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85232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E2564D"/>
                </a:solidFill>
                <a:latin typeface="Segoe UI"/>
              </a:rPr>
              <a:t>YOU WOULD RUN DRY BEFORE DEADHORSE.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7044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And you can't fix it with a bigger tank — the F650GS tank is UNDER THE SEAT, inside the frame.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No long-range tank exists for this bike.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CONSTRAINT #1 —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Carry external fuel. It's a $100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TOTAL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VERDICT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9339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93392"/>
            <a:ext cx="54864" cy="64008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6712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Stock tank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16712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2564D"/>
                </a:solidFill>
                <a:latin typeface="Segoe UI"/>
              </a:rPr>
              <a:t>~200–230 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17627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2564D"/>
                </a:solidFill>
                <a:latin typeface="Segoe UI"/>
              </a:rPr>
              <a:t>NOT ENOUGH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77063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770632"/>
            <a:ext cx="54864" cy="6400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+ 1 gal Rotopax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443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CAF7D"/>
                </a:solidFill>
                <a:latin typeface="Segoe UI"/>
              </a:rPr>
              <a:t>~280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5351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SOLVES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547872"/>
            <a:ext cx="10469880" cy="64008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3547872"/>
            <a:ext cx="54864" cy="6400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72160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EEF4"/>
                </a:solidFill>
                <a:latin typeface="Segoe UI"/>
              </a:rPr>
              <a:t>+ 2 gal Rotopax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72160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CAF7D"/>
                </a:solidFill>
                <a:latin typeface="Segoe UI"/>
              </a:rPr>
              <a:t>~330 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3075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4CAF7D"/>
                </a:solidFill>
                <a:latin typeface="Segoe UI"/>
              </a:rPr>
              <a:t>COMFORTABLE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10469880" cy="9144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6451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RECOMMENDATION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937760"/>
            <a:ext cx="9966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>
                <a:solidFill>
                  <a:srgbClr val="E8EEF4"/>
                </a:solidFill>
                <a:latin typeface="Segoe UI"/>
              </a:rPr>
              <a:t>1–2 gal Rotopax on a rear rack, carried on the Dalton only. Leave it behind for the pavement miles.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577840"/>
            <a:ext cx="10469880" cy="74980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577840"/>
            <a:ext cx="54864" cy="7498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687568"/>
            <a:ext cx="9966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DISCIPLINE:  Top off at Yukon River (MP 56) and Coldfoot (MP 175) EVERY time, without exception.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There is no “I'll get it at the next one.”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THE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2002 BMW F650GS — base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10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7627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17627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652cc single (Rotax)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8716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Wheels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19" front / 17" rear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9806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Tire sizes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79806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110/80-19 · 140/80-17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Fuel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1089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4.4 gal — UNDER THE SEAT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8C9EB0"/>
                </a:solidFill>
                <a:latin typeface="Segoe UI"/>
              </a:rPr>
              <a:t>Weight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41985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~430 lb wet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105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VERDICT: A GOOD CHOICE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76272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Proven round-the-world bike. Comfortable over the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2,400 pavement miles north. Light enough to pick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up alone — which you WILL need to do.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E8EEF4"/>
                </a:solidFill>
                <a:latin typeface="Segoe UI"/>
              </a:rPr>
              <a:t>This is not a compromise pick.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05072"/>
            <a:ext cx="51206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005072"/>
            <a:ext cx="54864" cy="105156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4133087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BASE, NOT DAKAR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4425696"/>
            <a:ext cx="4617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19" front + shorter travel = modest disadvantage.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Not a problem — just ride slower.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005072"/>
            <a:ext cx="5120640" cy="105156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005072"/>
            <a:ext cx="54864" cy="105156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9672" y="4133087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MECHANICAL REFRESH — DONE 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425696"/>
            <a:ext cx="4617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Completed before July 2026. Retires the single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biggest risk in the plan.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230368"/>
            <a:ext cx="10469880" cy="9601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651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358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⚠  THE BIKE IS 24 YEARS OLD — RELIABILITY IS A SAFETY ITEM, NOT A MAINTENANCE ITEM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A breakdown on the Dalton is an emergency: no cell service, 240 mi between services, and a tow costs more than the bike.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KNOWN F650GS FAILURE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Address every one of these before departure.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27632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27632"/>
            <a:ext cx="54864" cy="859536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2821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564D"/>
                </a:solidFill>
                <a:latin typeface="Segoe UI"/>
              </a:rPr>
              <a:t>FUEL PUMP +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Known failure on this generation. In-tank, under the seat.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Fails on the Dalton = trip over, in the worst possible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874519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47672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CARRY A SPARE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60320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560320"/>
            <a:ext cx="54864" cy="859536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3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2564D"/>
                </a:solidFill>
                <a:latin typeface="Segoe UI"/>
              </a:rPr>
              <a:t>FUEL-LEVEL “STRIP” SENSOR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9443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Famously fails. Normally a shrug — ride by trip meter.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But your range is ALREADY short of the 239 mi 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807208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28803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FIX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493008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493008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59359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WATER PUMP SEAL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877056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Classic wear item. Check the weep hole for coolant.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739896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813048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25696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4425696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526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STATOR / REG-RECTIFIER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809744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Check charging voltage.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18120" y="4672583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79" y="4745736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358384"/>
            <a:ext cx="10469880" cy="859536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5358384"/>
            <a:ext cx="54864" cy="8595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4589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VALVE CLEARANCES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742432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Check and set.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5605272"/>
            <a:ext cx="3337560" cy="38404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5678424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INSPECT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Don't optimize for the 8% of the trip that's dirt.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00200"/>
            <a:ext cx="10469880" cy="7315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719072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Round trip ≈ 6,000 mi. The Dalton is ~600 mi of it. A soft knobby rear can be cooked in ~3,000 mi —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you would destroy it just GETTING to Fairbanks.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HEIDENAU K60 SCOUT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Comes in 140/80-17. Riders report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10,000+ mi on a set. Adequate on the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Dalton, excellent everywhere else.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One set does the whole trip.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Downside: hard to mount.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48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4CAF7D"/>
                </a:solidFill>
                <a:latin typeface="Segoe UI"/>
              </a:rPr>
              <a:t>RECOMMENDED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CONTINENTAL TKC80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Better in mud, but wears fast — and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Continental is PHASING IT OUT.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Replaced by the redesigned TKC80²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(small sizes May '26, large Aug '26).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If you go Conti, go Gen 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7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F5A623"/>
                </a:solidFill>
                <a:latin typeface="Segoe UI"/>
              </a:rPr>
              <a:t>GEN-2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487168"/>
            <a:ext cx="3291840" cy="23317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633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8C9EB0"/>
                </a:solidFill>
                <a:latin typeface="Segoe UI"/>
              </a:rPr>
              <a:t>MITAS E-07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962656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More like 60/40 street.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Long-wearing.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Fine — but the K60 does the same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E8EEF4"/>
                </a:solidFill>
                <a:latin typeface="Segoe UI"/>
              </a:rPr>
              <a:t>job with more dirt capability.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8" y="4370832"/>
            <a:ext cx="2889504" cy="329184"/>
          </a:xfrm>
          <a:prstGeom prst="roundRect">
            <a:avLst>
              <a:gd name="adj" fmla="val 5000"/>
            </a:avLst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434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8C9EB0"/>
                </a:solidFill>
                <a:latin typeface="Segoe UI"/>
              </a:rPr>
              <a:t>REDUNDANT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983480"/>
            <a:ext cx="10469880" cy="68580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9050">
            <a:solidFill>
              <a:srgbClr val="4CA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102352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RECOMMENDATION:  Heidenau K60 Scout front + rear. One fresh set, whole trip.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No mid-trip swap, no shipping tires to Alaska.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79008"/>
            <a:ext cx="10469880" cy="53035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80" y="5779008"/>
            <a:ext cx="54864" cy="530352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88873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⚠  VERIFY EARLY: the 140/80-17 rear is an oddball size with few options. If it dries up, this changes.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THE DESTINATION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Deadhorse is an industrial camp, not a town.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8C9EB0"/>
                </a:solidFill>
                <a:latin typeface="Segoe UI"/>
              </a:rPr>
              <a:t>No beach. No bar. No triumphant sign worth much. Manage expectations — the ride is the reward.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1762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LODGING — book ahead, they sell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54203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Aurora Hotel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71215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Prudhoe Bay Hotel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040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E8EEF4"/>
                </a:solidFill>
                <a:latin typeface="Segoe UI"/>
              </a:rPr>
              <a:t>•  Deadhorse Camp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8444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C9EB0"/>
                </a:solidFill>
                <a:latin typeface="Segoe UI"/>
              </a:rPr>
              <a:t>Rustic, camp-style. Meals usually included.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20116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YOU CANNOT RIDE TO THE ARCTIC OCEAN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42032"/>
            <a:ext cx="4617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The final stretch crosses secured oilfield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property. You must take an ESCORTED SHUTTLE.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Book in advance (24h min for the security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check). Bring government photo 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206240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206240"/>
            <a:ext cx="54864" cy="566928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33425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E8EEF4"/>
                </a:solidFill>
                <a:latin typeface="Segoe UI"/>
              </a:rPr>
              <a:t>Camping in Deadhorse is effectively not a thing. Budget for a room.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SEASON &amp; TIMING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WINDOW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mid-June → early Sept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608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PEAK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1608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late June / July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BUGS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brutal in Jun–Jul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78824" y="5321808"/>
            <a:ext cx="2487168" cy="804672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3" y="544982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8C9EB0"/>
                </a:solidFill>
                <a:latin typeface="Segoe UI"/>
              </a:rPr>
              <a:t>TRIP LENGTH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61703" y="568756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E8EEF4"/>
                </a:solidFill>
                <a:latin typeface="Segoe UI"/>
              </a:rPr>
              <a:t>3–4 weeks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GEAR, SAFETY &amp; BORDER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The non-negotiables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2240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45920"/>
            <a:ext cx="54864" cy="2240280"/>
          </a:xfrm>
          <a:prstGeom prst="rect">
            <a:avLst/>
          </a:prstGeom>
          <a:solidFill>
            <a:srgbClr val="E25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922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2564D"/>
                </a:solidFill>
                <a:latin typeface="Segoe UI"/>
              </a:rPr>
              <a:t>SAFETY — NON-NEGOTIABLE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9696"/>
            <a:ext cx="4617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Satellite communicator (inReach / ZOLEO).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   No cell on the Dalton — your ONLY way to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   call for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889504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Bear spray — accessible, not in a pannier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91256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Ability to fix a flat (tubes, irons, pump)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61772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First aid + a day of food &amp; water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120640" cy="2240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45920"/>
            <a:ext cx="54864" cy="224028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7922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GEAR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157984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Layers rated for near-freezing + 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48716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Heated grips / vest — worth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816352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Real rain gear. You WILL ride in rain.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14553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Head net + DEET (mosquitoes are real)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474720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E8EEF4"/>
                </a:solidFill>
                <a:latin typeface="Segoe UI"/>
              </a:rPr>
              <a:t>•  Camping kit rated below expected lows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96512"/>
            <a:ext cx="10469880" cy="141732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4096512"/>
            <a:ext cx="54864" cy="14173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24281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BORDER — YOU CROSS INTO CANADA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59028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Passport (not just a passport card)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8828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Proof of insurance VALID IN CANADA — US policies are not automatically valid. Confirm with your insurer.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75503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E8EEF4"/>
                </a:solidFill>
                <a:latin typeface="Segoe UI"/>
              </a:rPr>
              <a:t>•  Vehicle registration  ·  Cash in CAD + USD (remote stops can be card-flaky)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650992"/>
            <a:ext cx="10469880" cy="566928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E25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77900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2564D"/>
                </a:solidFill>
                <a:latin typeface="Segoe UI"/>
              </a:rPr>
              <a:t>FIREARMS: DO NOT. A handgun in Canada is a serious offense and ends the trip at the border. Bear spray is the answer.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CAF7D"/>
                </a:solidFill>
                <a:latin typeface="Segoe UI"/>
              </a:rPr>
              <a:t>WHERE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8229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900" b="1">
                <a:solidFill>
                  <a:srgbClr val="E8EEF4"/>
                </a:solidFill>
                <a:latin typeface="Segoe UI Light"/>
              </a:rPr>
              <a:t>Resolved vs. open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64592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645920"/>
            <a:ext cx="54864" cy="3383280"/>
          </a:xfrm>
          <a:prstGeom prst="rect">
            <a:avLst/>
          </a:prstGeom>
          <a:solidFill>
            <a:srgbClr val="4CA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1051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4CAF7D"/>
                </a:solidFill>
                <a:latin typeface="Segoe UI"/>
              </a:rPr>
              <a:t>RESOLVED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Destination: Deadhorse, not Nome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96896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Bike: 2002 F650GS, base (19"/17")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80944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Mechanical refresh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364991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Fuel: 1–2 gal Rotopax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49039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Carry spare fuel pump + 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133087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Tires: Heidenau K60 Scout, one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517136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✓  Route: Cassiar north, Alcan south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A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45920"/>
            <a:ext cx="54864" cy="338328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81051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OPEN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212848"/>
            <a:ext cx="4617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SEASON — which summer?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THIS IS THE DOMINO. It sets every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booking deadline downstream.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035808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Did the refresh cover the strip sensor,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water pump seal, stator, valves?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703320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Trip length — 3 weeks or 4?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050791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Solo, or with others?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4622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Side trips: Hyder · Top of the World ·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EF4"/>
                </a:solidFill>
                <a:latin typeface="Segoe UI"/>
              </a:rPr>
              <a:t>Denali · Kenai · Valdez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230368"/>
            <a:ext cx="10469880" cy="1005840"/>
          </a:xfrm>
          <a:prstGeom prst="roundRect">
            <a:avLst>
              <a:gd name="adj" fmla="val 5000"/>
            </a:avLst>
          </a:prstGeom>
          <a:solidFill>
            <a:srgbClr val="22354B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358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4FC3F7"/>
                </a:solidFill>
                <a:latin typeface="Segoe UI"/>
              </a:rPr>
              <a:t>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650992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1.  Lock the season   →   2.  Confirm K60 in 140/80-17   →   3.  Fit Rotopax + rack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1">
                <a:solidFill>
                  <a:srgbClr val="E8EEF4"/>
                </a:solidFill>
                <a:latin typeface="Segoe UI"/>
              </a:rPr>
              <a:t>4.  Build day-by-day itinerary + budget   →   5.  Book early: Deadhorse lodging, Arctic Ocean shuttle, Coldfoot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8C9EB0"/>
                </a:solidFill>
                <a:latin typeface="Segoe UI"/>
              </a:rPr>
              <a:t>Seattle → Deadhorse  ·  2002 BMW F650GS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